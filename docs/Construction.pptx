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225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7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2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5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5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98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9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2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3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3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8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8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438F4-2D59-8210-3C2A-803BFCE2C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4140" y="5137536"/>
            <a:ext cx="8203720" cy="732129"/>
          </a:xfrm>
        </p:spPr>
        <p:txBody>
          <a:bodyPr>
            <a:normAutofit/>
          </a:bodyPr>
          <a:lstStyle/>
          <a:p>
            <a:r>
              <a:rPr lang="en-US" sz="3600"/>
              <a:t>Construction </a:t>
            </a:r>
            <a:endParaRPr lang="nl-NL" sz="3600"/>
          </a:p>
        </p:txBody>
      </p:sp>
      <p:pic>
        <p:nvPicPr>
          <p:cNvPr id="5" name="Afbeelding 6" descr="Afbeelding met fiets, kabel&#10;&#10;Door AI gegenereerde inhoud is mogelijk onjuist.">
            <a:extLst>
              <a:ext uri="{FF2B5EF4-FFF2-40B4-BE49-F238E27FC236}">
                <a16:creationId xmlns:a16="http://schemas.microsoft.com/office/drawing/2014/main" id="{A48013F1-523D-D1F3-8CDE-88BB3C95C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140" y="661337"/>
            <a:ext cx="8202169" cy="408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8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fbeelding 5" descr="Afbeelding met diagram, cirkel, ontwerp&#10;&#10;Door AI gegenereerde inhoud is mogelijk onjuist.">
            <a:extLst>
              <a:ext uri="{FF2B5EF4-FFF2-40B4-BE49-F238E27FC236}">
                <a16:creationId xmlns:a16="http://schemas.microsoft.com/office/drawing/2014/main" id="{BB68B712-E52F-38EE-A7AB-D72804C14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r="6209"/>
          <a:stretch>
            <a:fillRect/>
          </a:stretch>
        </p:blipFill>
        <p:spPr>
          <a:xfrm>
            <a:off x="20" y="10"/>
            <a:ext cx="12191980" cy="45577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9F6A5C-7044-B948-05CF-F76DFA871807}"/>
              </a:ext>
            </a:extLst>
          </p:cNvPr>
          <p:cNvSpPr txBox="1"/>
          <p:nvPr/>
        </p:nvSpPr>
        <p:spPr>
          <a:xfrm>
            <a:off x="6019333" y="4837132"/>
            <a:ext cx="5753567" cy="1615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Side view</a:t>
            </a:r>
          </a:p>
        </p:txBody>
      </p:sp>
    </p:spTree>
    <p:extLst>
      <p:ext uri="{BB962C8B-B14F-4D97-AF65-F5344CB8AC3E}">
        <p14:creationId xmlns:p14="http://schemas.microsoft.com/office/powerpoint/2010/main" val="153135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fbeelding 2" descr="Afbeelding met ontwerp, kunst&#10;&#10;Door AI gegenereerde inhoud is mogelijk onjuist.">
            <a:extLst>
              <a:ext uri="{FF2B5EF4-FFF2-40B4-BE49-F238E27FC236}">
                <a16:creationId xmlns:a16="http://schemas.microsoft.com/office/drawing/2014/main" id="{2FF09658-7111-8C9C-309F-373C53084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"/>
          <a:stretch>
            <a:fillRect/>
          </a:stretch>
        </p:blipFill>
        <p:spPr>
          <a:xfrm rot="16200000">
            <a:off x="3817107" y="-3817107"/>
            <a:ext cx="4557786" cy="121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153A9E-5826-92DF-B670-1718D66FD186}"/>
              </a:ext>
            </a:extLst>
          </p:cNvPr>
          <p:cNvSpPr txBox="1"/>
          <p:nvPr/>
        </p:nvSpPr>
        <p:spPr>
          <a:xfrm>
            <a:off x="6019333" y="4837132"/>
            <a:ext cx="5753567" cy="1615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Top view</a:t>
            </a:r>
          </a:p>
        </p:txBody>
      </p:sp>
    </p:spTree>
    <p:extLst>
      <p:ext uri="{BB962C8B-B14F-4D97-AF65-F5344CB8AC3E}">
        <p14:creationId xmlns:p14="http://schemas.microsoft.com/office/powerpoint/2010/main" val="312660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59064A-7BD3-673D-2606-9507EFB48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fbeelding 2" descr="Afbeelding met schets, diagram, lijn, cirkel&#10;&#10;Door AI gegenereerde inhoud is mogelijk onjuist.">
            <a:extLst>
              <a:ext uri="{FF2B5EF4-FFF2-40B4-BE49-F238E27FC236}">
                <a16:creationId xmlns:a16="http://schemas.microsoft.com/office/drawing/2014/main" id="{CAADA0B2-5843-3EB3-98A0-A42C16A50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65" t="-332" r="565" b="-3304"/>
          <a:stretch>
            <a:fillRect/>
          </a:stretch>
        </p:blipFill>
        <p:spPr>
          <a:xfrm>
            <a:off x="579434" y="0"/>
            <a:ext cx="7129183" cy="63354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FFD751-6F1E-AF7A-EB63-670FEB601415}"/>
              </a:ext>
            </a:extLst>
          </p:cNvPr>
          <p:cNvSpPr txBox="1"/>
          <p:nvPr/>
        </p:nvSpPr>
        <p:spPr>
          <a:xfrm>
            <a:off x="8047975" y="418916"/>
            <a:ext cx="3434399" cy="6033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Front view</a:t>
            </a:r>
          </a:p>
        </p:txBody>
      </p:sp>
    </p:spTree>
    <p:extLst>
      <p:ext uri="{BB962C8B-B14F-4D97-AF65-F5344CB8AC3E}">
        <p14:creationId xmlns:p14="http://schemas.microsoft.com/office/powerpoint/2010/main" val="358163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D59064A-7BD3-673D-2606-9507EFB48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Afbeelding 5" descr="Afbeelding met tekst, schermopname, ontwerp&#10;&#10;Door AI gegenereerde inhoud is mogelijk onjuist.">
            <a:extLst>
              <a:ext uri="{FF2B5EF4-FFF2-40B4-BE49-F238E27FC236}">
                <a16:creationId xmlns:a16="http://schemas.microsoft.com/office/drawing/2014/main" id="{69DF6D3C-6773-B863-C30C-0B26801FE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4" r="-336"/>
          <a:stretch>
            <a:fillRect/>
          </a:stretch>
        </p:blipFill>
        <p:spPr>
          <a:xfrm>
            <a:off x="0" y="0"/>
            <a:ext cx="12104915" cy="6728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9FD6EC-B57F-A3F0-5EB0-D8EA2FE682E9}"/>
              </a:ext>
            </a:extLst>
          </p:cNvPr>
          <p:cNvSpPr txBox="1"/>
          <p:nvPr/>
        </p:nvSpPr>
        <p:spPr>
          <a:xfrm>
            <a:off x="8948727" y="343853"/>
            <a:ext cx="3434399" cy="638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Deflection </a:t>
            </a:r>
          </a:p>
        </p:txBody>
      </p:sp>
    </p:spTree>
    <p:extLst>
      <p:ext uri="{BB962C8B-B14F-4D97-AF65-F5344CB8AC3E}">
        <p14:creationId xmlns:p14="http://schemas.microsoft.com/office/powerpoint/2010/main" val="112183071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Construction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Zidan,nusiba N.</dc:creator>
  <cp:lastModifiedBy>Zidan,nusiba N.</cp:lastModifiedBy>
  <cp:revision>2</cp:revision>
  <dcterms:created xsi:type="dcterms:W3CDTF">2026-04-07T23:21:13Z</dcterms:created>
  <dcterms:modified xsi:type="dcterms:W3CDTF">2026-04-08T00:14:07Z</dcterms:modified>
</cp:coreProperties>
</file>